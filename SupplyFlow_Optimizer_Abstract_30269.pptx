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0"/>
  </p:notesMasterIdLst>
  <p:handoutMasterIdLst>
    <p:handoutMasterId r:id="rId11"/>
  </p:handoutMasterIdLst>
  <p:sldIdLst>
    <p:sldId id="391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479D78E-41F3-A1F4-EC04-02F424684A7A}" name="usha rani" initials="ur" userId="ac3da7c9ac03e58b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376" autoAdjust="0"/>
    <p:restoredTop sz="95007" autoAdjust="0"/>
  </p:normalViewPr>
  <p:slideViewPr>
    <p:cSldViewPr snapToGrid="0" snapToObjects="1">
      <p:cViewPr varScale="1">
        <p:scale>
          <a:sx n="124" d="100"/>
          <a:sy n="124" d="100"/>
        </p:scale>
        <p:origin x="336" y="17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0094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4" Type="http://schemas.openxmlformats.org/officeDocument/2006/relationships/slide" Target="slides/slide2.xml"/><Relationship Id="rId10" Type="http://schemas.openxmlformats.org/officeDocument/2006/relationships/notesMaster" Target="notesMasters/notesMaster1.xml"/><Relationship Id="rId11" Type="http://schemas.openxmlformats.org/officeDocument/2006/relationships/handoutMaster" Target="handoutMasters/handout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png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FD0E32-84B7-61F7-BC6E-7F3D3E58F4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8D96D9-5F98-A44D-2018-D6A2A308A4F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F6064-4237-BA4C-A655-B64A9E0DF723}" type="datetimeFigureOut">
              <a:rPr lang="en-US" smtClean="0"/>
              <a:t>10/8/26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3AFF6-B32C-BF80-479E-15EDD755C5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1E1A79-2016-95C1-5829-B295A2C985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BAABA-A336-9B4F-BB34-8D7F4005576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12229D-753E-D112-EA38-F8EB6301E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16374" cy="45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5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  <a:t>10/8/26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89486-861A-2ECA-4D40-39E5F67E8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C5A513-C79F-B540-0019-433BDBACF3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E0A3D1-26CD-4F17-E4CA-311B4310EE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6467B8-2D06-EBB4-C77E-EA980BEAC2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19472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27E06-5BF0-54B9-FB5D-CFB52D43B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EA4E6-D507-DC8D-31AA-A4CB32D7CE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99788-2E86-FADA-072C-884B02615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A504A-D052-4F2D-906E-4CCCD67E5352}" type="datetime1">
              <a:rPr lang="en-IN" smtClean="0"/>
              <a:t>08/10/26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D1ADA-8991-D408-DA0A-FE3B043FE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DF78D-056F-7C9E-8F10-682094624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291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DA370-C77E-4354-33A4-1D2D9DDD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FE7F8-1A57-17F5-243A-454005CCD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AE72D-6D76-FAB8-D597-99BF2087A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47009-55DF-4EA5-900B-29AFB7C8438A}" type="datetime1">
              <a:rPr lang="en-IN" smtClean="0"/>
              <a:t>08/10/26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60C41-C703-1443-60E7-2BEF34D36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B3600-770E-6D67-2A66-D2FECF5D3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776DCD-546C-A1AC-C961-3F3EEC504416}"/>
              </a:ext>
            </a:extLst>
          </p:cNvPr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641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5DA9-698C-D133-BCF7-93A02E210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85215-9C62-1486-DEC7-AF8E59725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292FD-C465-3FCB-1CEB-331C31A97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8B550-430E-4E00-8584-398912EDCDA8}" type="datetime1">
              <a:rPr lang="en-IN" smtClean="0"/>
              <a:t>08/10/26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96C18-4538-A1F2-0B35-7684E5B30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5BEFA-16A3-B084-9011-B7E85C9C9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370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3A91F-6631-AA20-E58B-064235B6D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029CD-C8C6-CEFE-D059-40BEA2997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5D9AB-9E5E-59E2-9DA3-6C54D45EA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C372B-55E2-4467-1C5C-88EAE7283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515C1-FC0C-48DC-AA13-5A7440F04A46}" type="datetime1">
              <a:rPr lang="en-IN" smtClean="0"/>
              <a:t>08/10/26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897BD-CB93-AC5A-9B15-FD7F4D952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5540F5-8BB9-4C4C-626E-5D45C97E3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253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68A3B-B4EE-2816-3ADC-193854142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AF86E-35F8-453B-F58E-48D8C4903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D8923-FBC0-8866-8350-696FB3D22B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545281-3CB5-361A-7D56-C6E37E290D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F62343-9DB8-07DC-AD19-22AE6A7E5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EB0191-CD7B-6170-8655-A3CD1009B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4A9D0-F765-45B1-928F-556B91D2C522}" type="datetime1">
              <a:rPr lang="en-IN" smtClean="0"/>
              <a:t>08/10/26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680C4C-B6E8-81B1-E2F5-D6264E3F6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C8B11F-5860-03B4-E71F-3467444F9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0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7A6C5-1A49-C01E-B839-45967150D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C47471-9D6F-27AE-9B05-71D6BF96E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F3-7E24-4BDE-BB37-BD18A6966701}" type="datetime1">
              <a:rPr lang="en-IN" smtClean="0"/>
              <a:t>08/10/26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AFD67-19CE-C1CD-207C-EF612C5A6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D7506-CEE9-31E5-7D10-A0BD1B2B0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88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2BBBBF-B095-FC7E-61BE-572DFB7B1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13449-4DF0-4F1F-A3E4-097B1714C7C4}" type="datetime1">
              <a:rPr lang="en-IN" smtClean="0"/>
              <a:t>08/10/26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7555D4-8ECB-AFFE-0E72-A206E4098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9EB7F-0F36-6AF2-5A6E-D350360EF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975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F3453-54A8-457E-0F66-9BE958D91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E50AE-B8BE-E1FF-F3BA-809308221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DA6038-C8B1-F7F2-5CA8-15CFE38CB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97CAE-AF61-8AFD-5350-97D8044E1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4166F-CD67-4CEB-8DD7-1E38016562AC}" type="datetime1">
              <a:rPr lang="en-IN" smtClean="0"/>
              <a:t>08/10/26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E989E-AF43-DFDB-D9DD-E85DED3C0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FBCAA9-93EB-8A4D-BB9C-2479D5935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423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CE57A-1FB8-E230-296B-702500A0D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470CF4-1245-8E91-196B-2297C07C97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C54EA7-CAD7-C04A-6487-F7D166033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31731-B315-1CCB-7EEF-B7C7EC92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8F83E-6F8A-4D66-8D97-D167DE305BE2}" type="datetime1">
              <a:rPr lang="en-IN" smtClean="0"/>
              <a:t>08/10/26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DE31E-F8C7-4C00-C40D-FE2821B70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7C9369-3918-E39E-9B60-A57179D04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463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9F7F1-0136-E40C-5B0F-C1D42F6EF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8B89F-EA4C-AA4F-0EB2-C715E5B0D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2AEC3-3D5C-B4D8-ADAC-C6249EB4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A3A21-9775-4B2C-9B39-32116406212C}" type="datetime1">
              <a:rPr lang="en-IN" smtClean="0"/>
              <a:t>08/10/26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9FED2-229B-3728-C7BA-7E8D51577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B8F22-95FA-4A5E-31CC-C3851B52E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613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6F1B25-2FA5-C4F6-09E8-D6F7A8DF83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1113B0-02D5-BBE3-31A5-473961629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CAE10-6B7D-C48F-F3FF-419AD4413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ABDC8-9AAF-4B62-9540-4EA826AA678B}" type="datetime1">
              <a:rPr lang="en-IN" smtClean="0"/>
              <a:t>08/10/26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2D582-0634-2511-6F7E-7229EC072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AE7E1-0525-6C8B-2077-B55EFBEA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2507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2A4A3-2E21-E418-73DE-E22247EE4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C87DE1-CAF2-229C-5776-9562B7956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54DD8-14C4-ACB8-D444-27F005A4C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21C3-0F1A-498D-9F2E-D10FACA35B86}" type="datetime1">
              <a:rPr lang="en-IN" smtClean="0"/>
              <a:t>08/10/26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BF891-4BCD-EC21-1259-8661D36C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951AF-D1A2-07A4-0B2A-7E9D6B416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52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CBFB9-B574-3DEB-F162-FE89B3802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4B0E9-24AC-9760-0CBD-E5D0888E3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41205-CA2E-9649-1960-8F17E0E6D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9A7DA-FCDD-43FA-8A0C-6A5B2B391695}" type="datetime1">
              <a:rPr lang="en-IN" smtClean="0"/>
              <a:t>08/10/26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02BAD-D0DE-F254-BBD1-2AFE276B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87769-B833-24E6-E30B-DCE74558A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192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24CF5-AE66-5FEF-8EEC-A630C8B29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28CE2-68D8-267B-C297-6117F0736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5FFB0-0F78-AEB8-5AFB-EC779B961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D4BE-274D-4073-90F9-6DE45B427D7A}" type="datetime1">
              <a:rPr lang="en-IN" smtClean="0"/>
              <a:t>08/10/26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3BE8E-E2EB-A8B6-21DD-9AB839A58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BE51E-49C9-6B3A-1C46-49212B576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376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3AF32-49A3-7BB1-C7E7-6C5D90D17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51BE1-060E-F420-83BA-C8AE9151CF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265B4-44BE-C9BD-56AD-24359969A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62ECC-3BDB-BEA4-4B7F-1545B0DC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D2526-BF89-47C7-96E6-5B804E43EF11}" type="datetime1">
              <a:rPr lang="en-IN" smtClean="0"/>
              <a:t>08/10/26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99311-B569-3D99-B257-5CEB03A68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E828AD-34AD-9A23-4FFC-4C32387C9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4661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56895-A3B7-F0FB-3CBE-59E564F22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9C285-ECC0-3375-66EF-B240D726B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B153A-9265-EAEC-A55D-251905733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E62BD6-069B-567C-13A2-AD51A312FB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0CFDC1-AF24-C301-0A26-DA099D8FF3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2CB484-D858-5027-D2CF-125E103D2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27929-B24E-4CA0-A508-395AF785C673}" type="datetime1">
              <a:rPr lang="en-IN" smtClean="0"/>
              <a:t>08/10/26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CD1DFD-AA21-1102-AD58-F0AB4361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58466D-C960-00E9-B91E-E20525158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16660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5EEF4A-08C3-1725-4505-63B90332E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D38A5-B84E-8DCB-3CEA-900D45C85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F078D-01B0-9071-5546-6BFF4A071C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A717A7-838C-4809-BC62-F129B310B950}" type="datetime1">
              <a:rPr lang="en-IN" smtClean="0"/>
              <a:t>08/10/26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63510-A0D8-83AF-2345-E0A8B79D5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51A12-6174-66E3-0415-DA607E50C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827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B26EC2-0EF8-2F89-DF64-2685FD639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29FC3-B99D-0056-3798-159705D11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9F1E1-99D3-E959-A91B-BD6DF2599B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DDB2A2-8993-4CD1-B936-8FCCA45C385B}" type="datetime1">
              <a:rPr lang="en-IN" smtClean="0"/>
              <a:t>08/10/26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C7260-A9B7-9847-6D81-8C797C4D5A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27894-99B0-6303-77B2-C1C210EE22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84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C21A4-4335-3E69-90C0-3A67A34B2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32EA0-1B53-65AA-CA98-61C6349CC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723" y="25092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208674-D9B3-10B6-5D9C-41DD53040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CDEA6-9764-F9AA-B69B-6D32503B0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</a:t>
            </a:fld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41E7D83-A901-4D90-BF07-D065B81880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9620" y="1627855"/>
            <a:ext cx="11011348" cy="44579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SupplyFlow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Optimizer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a unified, data-driven supply chain management platform.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combines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inventory, orders, and logistics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into one centralized system.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data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better supply chain visibility and tracking.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forecasting models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predict future demand.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optimization techniques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improve delivery routes and inventory management.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faster and smarter decision-making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businesses.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Helps reduce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operational delays and overall supply chain costs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Helps businesses manage their supply chain more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efficiently and proactively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2064218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8348</TotalTime>
  <Words>392</Words>
  <Application>Microsoft Macintosh PowerPoint</Application>
  <PresentationFormat>Widescreen</PresentationFormat>
  <Paragraphs>64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Custom Design</vt:lpstr>
      <vt:lpstr>  SupplyFlow Optimizer  </vt:lpstr>
      <vt:lpstr>ABSTRACT</vt:lpstr>
      <vt:lpstr>PROBLEM STATEMENT </vt:lpstr>
      <vt:lpstr>PROPOSED FUNCTIONALITIES</vt:lpstr>
      <vt:lpstr>TOOLS AND TECHNOLOGIES TO BE USED</vt:lpstr>
      <vt:lpstr>EXPECTED OUTCOME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SHAHANA BANO</dc:creator>
  <cp:lastModifiedBy>puchakayala tanish</cp:lastModifiedBy>
  <cp:revision>101</cp:revision>
  <dcterms:created xsi:type="dcterms:W3CDTF">2022-05-20T10:20:31Z</dcterms:created>
  <dcterms:modified xsi:type="dcterms:W3CDTF">2026-10-08T05:00:07Z</dcterms:modified>
</cp:coreProperties>
</file>